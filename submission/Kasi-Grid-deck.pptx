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demo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Anonymous, 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devices must agree before an outage is verified. Anonymous.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devices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needed; an optional one is hashed and deletable.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369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and demo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W5WRlFDxXRhA3byGrrqE1VEr6Otl4hOX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2026-10-26T06:49:25Z</dcterms:created>
  <dcterms:modified xsi:type="dcterms:W3CDTF">2026-10-26T06:49:25Z</dcterms:modified>
</cp:coreProperties>
</file>