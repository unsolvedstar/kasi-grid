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vZBvpxMXeu8RfhizZllfzZQadJr1p1d-/view?usp=drive_link" TargetMode="External"/><Relationship Id="rId1" Type="http://schemas.openxmlformats.org/officeDocument/2006/relationships/image" Target="../media/image-1-1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vZBvpxMXeu8RfhizZllfzZQadJr1p1d-/view?usp=drive_link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109728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pic>
        <p:nvPicPr>
          <p:cNvPr id="4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841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before it goes dark.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brings neighbours closer: they verify power and water outages together, offer help door to door, and families that depend on power for health get help in time.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40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Climate resilience and essential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Azure: Tshedza Tshikovhi and Mulanga Munaka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Open the live 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Watch the demo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90-second demo</a:t>
            </a:r>
            <a:endParaRPr lang="en-US" sz="1150" dirty="0"/>
          </a:p>
        </p:txBody>
      </p:sp>
      <p:pic>
        <p:nvPicPr>
          <p:cNvPr id="9" name="Image 1" descr="shots/stre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11480"/>
            <a:ext cx="2098867" cy="42976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is better. Kasi still goes dark.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days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loadshedding (Eskom, October 2026). There is no stage or schedule left to check.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dark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Townships lose power to load reduction, cable theft and substation faults, with no schedule and no warning.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water outages in two weeks in Johannesburg, January 2026.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family sees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or water goes off on one street. Nobody says why or for how long, so a WhatsApp rumour decides whether the fridge stays shut. A spaza loses a day of stock. And a household on an oxygen concentrator cannot tell how long its battery will last against an outage.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Eskom statements and SAnews (Oct 2026); Daily Maverick (Jan 2026); allAfrica (Aug 2026).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difference: it brings neighbours closer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ask you to look at a screen alone. Kasi Grid only works when neighbours take part. Technology that sends you to the person next door: ubuntu, "I am because we are".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true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 before an outage is verified. Then they vote "back on for me" to close 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travels door to door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gas stove or charger shows as a gold light on the street, with a thread to the nearest dark home.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grow together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stock as one group for lower prices and see what an outage costs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left out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four languages, and usable if you are deaf or blind, so the person who needs the community most is not forgotten.</a:t>
            </a:r>
            <a:endParaRPr lang="en-US" sz="1250" dirty="0"/>
          </a:p>
        </p:txBody>
      </p:sp>
      <p:pic>
        <p:nvPicPr>
          <p:cNvPr id="20" name="Image 0" descr="shots/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96012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1" name="Text 18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blackout people learn what is happening from rumours in a group chat. We want them to learn it from each other.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in one slide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satellite street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home is a glowing dot. Drag through the next 48 hours and watch the street dim and relight.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neighbours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agree, and everyone can see who said what. Anywhere in South Africa.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ahead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when outages cluster and how long they last. Says "expected back around 09:30".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battery countdown for medical devices, staged alerts, a one-tap ambulance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and help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outage costs a shop, pooled restock orders, a board for neighbours to help each other.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deaf and blind users, offline, in four languages, on a basic phone.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street, felt: scrub through the night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stre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street-la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9" name="Image 2" descr="shots/or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6675120" y="1051560"/>
            <a:ext cx="2194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satellite imagery; every mapped home is a dot. 40% outage risk darkens about 40% of them, so the odds are visible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through 48 hours; tap the map to explore it full screen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it, Tell me and a heartbeat buzz make it felt as well as seen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 for navigation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real: verified, local, on a map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05840"/>
            <a:ext cx="2834640" cy="3326663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852160" y="1097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or more different neighbours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every community: red verified, green back on, grey quiet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 for me"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 needed. One vote per device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thinks ahead: when, and for how long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306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749040" y="109728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each community's own pattern: the weekday and time of day outages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long they last, from the "back on" votes, and shows "expected back around 09:30"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a household with a medical device before its high-risk window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Transparent: shows its confidence and says when there is not enough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3611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data: "Outages here are most likely Thursday evening. Past outages usually last about 5 hours." Rule-based on purpose: a small community does not have the data for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power is a medical need: a live battery plan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count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468880" cy="319961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boo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005840"/>
            <a:ext cx="2331720" cy="342509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486400" y="109728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device (watts) and the battery (watt-hours, charge, age, type): the plan counts the honest hours, not the label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when you switch to battery: a live countdown, corrected by readings from the battery display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how long outages usually last here. Too short? Book a backup in four short steps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Carers and equipment: fixed price, the 3 nearest are asked, a prescription check for oxygen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matter: alerts and the ambulance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emer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484632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at 2 hours, 1 hour, 30 minutes and empty: sound, vibration, screen flash, spoken words and large text, whatever the person can perceive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Life-support devices get the ambulance prompt a stage earlier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ambulance 10177 or 112 in one tap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speak on the phone? The emergency card texts or WhatsApps your exact location to a contact, with nothing to say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South Africa, down to the exact spot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aler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005840"/>
            <a:ext cx="2701910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212080" y="10972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 is a community of about 2 km: find any town, suburb or street, or use your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GPS fix that settles on the best reading, shown on the map as "you are here"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posts take an optional exact pin. Board posts are shown only to about 100 m, so no home is given away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forms are short steps: one question at a time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cost money: see how much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108960" y="109728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verified outage the shop owner sees what it has cost so far: lost sales and stock at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Fridges hold cold about 4 hours shut; the app counts stock at risk after that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fixes by payback: inverter, cold box, water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together for lower prices (pooled restock)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for a bank: an outage savings pot, stock insurance or finance for backup power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outage, one household: Gogo's family in Alexandra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once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grandson enters the concentrator (300 W) and battery (1000 Wh): about 2.4 hours.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21408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neighbours report it. It is verified in minutes, and the street goes dark on the map.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what to do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outages here last about 5 hours. Your battery is shorter. Get a backup."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runs low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9824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countdown alerts at 1 hour and 30 minutes, and the ambulance is one tap away.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a runner with a cylinder, or the ambulance.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everyone: deaf, blind, offline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a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200400" y="10972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or hard of hearing: every alert can flash the screen (slow, safe flashes), vibrate and show as large text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or low vision: screen-reader announcements, spoken alerts, text up to 200%, high contrast, full-height panels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motion; a bright theme on every phone; touch targets sized for thumbs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 (drafts, native review planned). Installable, works offline, posts queue and send later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built, and kept safe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web app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offline queue, service worker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2B1F63"/>
          </a:solidFill>
          <a:ln w="12700">
            <a:solidFill>
              <a:srgbClr val="2B1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 as a serverless function, rate limits, 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9224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libSQL (Turso)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Esri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Homes, shops, clinics, satellite imagery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see your name, never your number or email. Passwords are hashed; deleting your account removes your name. Location is optional. Board posts only to about 100 m. The medical plan stays on the phone.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automated tests. Production dependency scan: 0 vulnerabilities. Parameterised SQL, input limits, rate limits, token-protected admin.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pays, and why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pay nothing: reporting, alerts, forecasts and the medical plan stay free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Pro: advanced outage-cost reports, about R49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Commission: 4% on pooled restock orders, 10% on care and equipment bookings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listings for suppliers, carers and clinics: about R299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municipal dashboard or sponsor: about R3,000 a month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~R9,800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to run a 3,000-user pilot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~R17,000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by month 6 (projection)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and hypotheses to validate in the pilot, not measured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tested, ready to pilot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vulnerabilities in production dependencies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offline-capable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required to use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 today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on a phone: verified outages, forecast, duration estimate, live medical battery plan, care booking, outage cost, accessibility. Live Eskom status, real tariffs, real maps and buildings. Checked in a browser.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demo data, and said so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history, carers, equipment prices and bookings are samples and labelled in the app. Next: a one-week pilot in one community, then real suppliers and payments.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six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1-2: prove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pilot in one community. Native-speaker review of all four languages. Get real supplier prices. First conversation with a bank about an outage savings pot. An independent security check.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3-4: make it real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through a provider. Carer vetting through a background-check partner. Equipment from licensed suppliers. POPIA review before handling health or booking data.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5-6: scale it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communities from the same code. A dashboard for municipalities and utilities. Pro plan for small businesses. A pilot with a bank or insurer.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Azure, and where to find the code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(22): software developer, leads a small team at Shudu Connections (Innovation Hub). Built CashCram, Top-13 in the NWU 2026 pitch competition.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Mulanga Munaka (22): biomedical engineering student at Wits, responsible for the medical side: the power plan, battery alerts and emergency features.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who ships and a biomedical engineer who knows how people depend on power for health. Built, tested and checked on a phone.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14553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demo and login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5204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repository: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https://github.com/Unsolvedstar/Kasi-Gri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https://kasi-grid.vercel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https://drive.google.com/file/d/1vZBvpxMXeu8RfhizZllfzZQadJr1p1d-/view?usp=drive_lin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on Google Drive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login: judge1@kasigrid.demo  |  password: KasiGrid2026!  |  2nd: judge2@kasigrid.demo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the street slider, Today, Deliver (300 W, 1000 Wh, "Switched to battery"), and the accessibility button.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Amethyst &amp; Azure</dc:creator>
  <cp:lastModifiedBy>Amethyst &amp; Azure</cp:lastModifiedBy>
  <cp:revision>1</cp:revision>
  <dcterms:created xsi:type="dcterms:W3CDTF">2026-10-26T17:44:15Z</dcterms:created>
  <dcterms:modified xsi:type="dcterms:W3CDTF">2026-10-26T17:44:15Z</dcterms:modified>
</cp:coreProperties>
</file>