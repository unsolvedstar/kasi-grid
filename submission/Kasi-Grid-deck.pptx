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Prepare. Save. Share.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resilience for South African townships: loadshedding, water outages, food prices and neighbours helping neighbours.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Team: [TEAM NAME]</a:t>
            </a:r>
            <a:endParaRPr lang="en-US" sz="1200" dirty="0"/>
          </a:p>
        </p:txBody>
      </p:sp>
      <p:pic>
        <p:nvPicPr>
          <p:cNvPr id="6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02920"/>
            <a:ext cx="2009553" cy="41148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grid fails, kasi carries the cost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gap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schedules are generic. Residents learn about a burst pipe or dead transformer from a WhatsApp rumour.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drain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owners lose stock to outages. Households pay more for the same food because prices are invisible.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51760" cy="2103120"/>
          </a:xfrm>
          <a:prstGeom prst="roundRect">
            <a:avLst>
              <a:gd name="adj" fmla="val 5217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gap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37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if a report is real. Help offered by neighbours never reaches those who need it.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 turns what neighbours see into verified, local, actionable information, in four languages, even offline.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 for the whole outage day</a:t>
            </a:r>
            <a:endParaRPr lang="en-US" sz="3400" dirty="0"/>
          </a:p>
        </p:txBody>
      </p:sp>
      <p:pic>
        <p:nvPicPr>
          <p:cNvPr id="3" name="Image 0" descr="sho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920240" cy="3931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017520" y="1005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stage, official time slots by area, weather alerts with advice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17830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 reports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water and road reports, confirmed by other residents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25603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and requests: charging, borehole water, lifts, freezer space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337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+ food prices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 from OpenStreetMap, with community-reported staple prices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41148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+ business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calculators and a spaza outage-loss planner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this weekend: Pulse and Forecast</a:t>
            </a:r>
            <a:endParaRPr lang="en-US" sz="3400" dirty="0"/>
          </a:p>
        </p:txBody>
      </p:sp>
      <p:pic>
        <p:nvPicPr>
          <p:cNvPr id="3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457200"/>
            <a:ext cx="2009553" cy="41148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118872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Pulse: 3+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Forecast: learns the weekday and time-of-day pattern from its own reports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at 2 reports, one short of verified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phone notifications</a:t>
            </a:r>
            <a:endParaRPr lang="en-US" sz="1400" dirty="0"/>
          </a:p>
        </p:txBody>
      </p:sp>
      <p:pic>
        <p:nvPicPr>
          <p:cNvPr id="5" name="Image 1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0160"/>
            <a:ext cx="2377440" cy="18566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9768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and transparent: it shows its confidence and says when there is not enough data.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journey: Thandi in Alexandra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the app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tab shows power, water and confirmed problems for her suburb.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Spots no water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21408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it in 10 seconds, even with no signal. It syncs later.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confirm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devices later it is a Verified outage and everyone is alerted.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Finds help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9824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shows Bra Sipho's free borehole water two streets away.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returns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4231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tap "back on". The card turns green and closes.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phone, a weak signal and four languages</a:t>
            </a:r>
            <a:endParaRPr lang="en-US" sz="3400" dirty="0"/>
          </a:p>
        </p:txBody>
      </p:sp>
      <p:pic>
        <p:nvPicPr>
          <p:cNvPr id="3" name="Image 0" descr="shots/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shots/sav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6766560" y="1188720"/>
            <a:ext cx="2011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PWA, works offline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queue on the phone and send when signal returns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 mode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service worker, offline queue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47472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2E2457"/>
          </a:solidFill>
          <a:ln w="12700">
            <a:solidFill>
              <a:srgbClr val="2E24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Express, rate limits, validation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80160"/>
            <a:ext cx="2194560" cy="1188720"/>
          </a:xfrm>
          <a:prstGeom prst="roundRect">
            <a:avLst>
              <a:gd name="adj" fmla="val 7692"/>
            </a:avLst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2801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libSQL (Turso-ready)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2240" y="31089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1089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 reports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645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fetches and caches external sources (5 min to 24 h), so phones stay light.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 by design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no phone numbers. A random device id limits one vote per device.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safety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limits, no links, phone or ID numbers in posts. Parameterised SQL only.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Abuse control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rate limits. 3 flags from different devices auto-hide content.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and transport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Token-protected moderation, constant-time compare, no-store cache. Security headers set.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pays, and why they will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and utilities: verified, suburb-level outage data to dispatch faster than call centres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and small business: Pro plan with outage alerts and loss planner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insurers (e.g. FNB): township resilience and financial inclusion partnerships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ownership: all community data sits in our own database, exportable and anonymous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[N] neighbours in [SUBURB], [N] reports, [N] verified outages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943600" y="10972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verify an outage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22860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3474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Judges: try it in 2 minutes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[DEPLOYED URL]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 needed, it is anonymous. Open on a phone and choose "Add to home screen".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page: [URL]/admin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token: [DEMO ADMIN TOKEN]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Suggested path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Today tab: Alexandra has a Verified outage.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Tap "It is back on for me".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Alerts: file a report.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Share: post an offer.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Nearby: add a food price.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(90 s): [VIDEO LINK]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PptxGenJS</dc:creator>
  <cp:lastModifiedBy>PptxGenJS</cp:lastModifiedBy>
  <cp:revision>1</cp:revision>
  <dcterms:created xsi:type="dcterms:W3CDTF">2026-10-08T07:29:41Z</dcterms:created>
  <dcterms:modified xsi:type="dcterms:W3CDTF">2026-10-08T07:29:41Z</dcterms:modified>
</cp:coreProperties>
</file>