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Kasi Grid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74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Loadshedding ended. The outages did not.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verify power and water outages, the app learns when and how long they last, and families that depend on power get help.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and Mulanga Munaka  |  Team: [TEAM NAME]</a:t>
            </a:r>
            <a:endParaRPr lang="en-US" sz="1200" dirty="0"/>
          </a:p>
        </p:txBody>
      </p:sp>
      <p:pic>
        <p:nvPicPr>
          <p:cNvPr id="6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411480"/>
            <a:ext cx="2054210" cy="42062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grid is better. Kasi still goes dark.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504 days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965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2 Oct 2026). There is no stage or schedule left to check.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202,590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965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customers still on local load reduction: illegal connections, overloaded transformers. Cable theft and faults add more.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2648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9659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 50,536 pipe leaks in a year.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325880"/>
          </a:xfrm>
          <a:prstGeom prst="roundRect">
            <a:avLst>
              <a:gd name="adj" fmla="val 8276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family sees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11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long. A WhatsApp rumour decides whether the fridge stays shut, the oxygen concentrator switches to battery, or the spaza closes. Some households cannot wait to find out.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parliamentary reply on load reduction (PMG); Daily Maverick (Jan 2026); allAfrica (Aug 2026).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street, felt: an outage you can see, hear and scrub through</a:t>
            </a:r>
            <a:endParaRPr lang="en-US" sz="3000" dirty="0"/>
          </a:p>
        </p:txBody>
      </p:sp>
      <p:pic>
        <p:nvPicPr>
          <p:cNvPr id="3" name="Image 0" descr="shots/str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shots/street-l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00584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5" name="Image 2" descr="shots/or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6" name="Text 1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dot. 40% outage risk darkens about 40% of them, so the odds are visible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the next 48 hours and watch the street dim and relight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 and Tell me: a chord that goes out of tune, a spoken summary and a heartbeat vibration, for people who cannot read the screen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app takes the mood of the street: calm, amber, red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Neighbours make it real: verified, local, on a map</a:t>
            </a:r>
            <a:endParaRPr lang="en-US" sz="3000" dirty="0"/>
          </a:p>
        </p:txBody>
      </p:sp>
      <p:pic>
        <p:nvPicPr>
          <p:cNvPr id="3" name="Image 0" descr="shots/to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1830927" cy="37490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shots/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05840"/>
            <a:ext cx="2743200" cy="41430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577840" y="1097280"/>
            <a:ext cx="3200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devices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suburb in the city: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Anonymous: no accounts, no phone numbers.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thinks ahead: when, and for how long</a:t>
            </a:r>
            <a:endParaRPr lang="en-US" sz="3000" dirty="0"/>
          </a:p>
        </p:txBody>
      </p:sp>
      <p:pic>
        <p:nvPicPr>
          <p:cNvPr id="3" name="Image 0" descr="shots/fore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2926080" cy="233030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3657600" y="109728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suburb's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16:30"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3657600" y="356616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9F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from our demo data: "Outages here are most likely Thursday evening. Past outages usually last about 5 hours." Rule-based by design: a small township does not have the data for a black box.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power is a medical need: the care plan</a:t>
            </a:r>
            <a:endParaRPr lang="en-US" sz="3000" dirty="0"/>
          </a:p>
        </p:txBody>
      </p:sp>
      <p:pic>
        <p:nvPicPr>
          <p:cNvPr id="3" name="Image 0" descr="shots/c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1830927" cy="37490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shots/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05840"/>
            <a:ext cx="2743200" cy="8031637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577840" y="109728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power plan: device watts and battery watt-hours give the hours it runs, set against the live outage and the typical duration here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too short? One tap books a battery backup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carer or equipment the SweepSouth way: fixed price, the 3 nearest carers are asked, the first to accept takes it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 needs a prescription approved first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Outages cost money: show how much, and how to stop it</a:t>
            </a:r>
            <a:endParaRPr lang="en-US" sz="3000" dirty="0"/>
          </a:p>
        </p:txBody>
      </p:sp>
      <p:pic>
        <p:nvPicPr>
          <p:cNvPr id="3" name="Image 0" descr="shots/busi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1830927" cy="37490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2926080" y="1097280"/>
            <a:ext cx="5760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sees: "About R___ lost so far", with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for a bank: an outage savings pot, stock insurance or backup-power finance. Not built, a partnership to explore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outage, one household: Gogo's family in Alexandra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2.8 hours.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on the map.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Gets help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battery backup. The nearest carers are asked.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back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it back on. The outage and its length feed the forecast.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a phone, a weak signal and four languages</a:t>
            </a:r>
            <a:endParaRPr lang="en-US" sz="3000" dirty="0"/>
          </a:p>
        </p:txBody>
      </p:sp>
      <p:pic>
        <p:nvPicPr>
          <p:cNvPr id="3" name="Image 0" descr="shots/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4" name="Image 1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005840"/>
            <a:ext cx="1786270" cy="36576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5" name="Text 1"/>
          <p:cNvSpPr txBox="1"/>
          <p:nvPr/>
        </p:nvSpPr>
        <p:spPr>
          <a:xfrm>
            <a:off x="5120640" y="1188720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navigation: tap it and the sections bloom in an arc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Installable, works offline. Posts queue and send when signal returns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link, keyboard navigation, labelled controls, light and dark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load is about 86 kB of JavaScript (gzipped); other tabs load when opened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is built, and kept safe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service worker, offline queue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474720" y="109728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2E2457"/>
          </a:solidFill>
          <a:ln w="12700">
            <a:solidFill>
              <a:srgbClr val="2E245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66160" y="1097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Express, rate limits, validation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097280"/>
            <a:ext cx="2194560" cy="1097280"/>
          </a:xfrm>
          <a:prstGeom prst="roundRect">
            <a:avLst>
              <a:gd name="adj" fmla="val 8333"/>
            </a:avLst>
          </a:prstGeom>
          <a:solidFill>
            <a:srgbClr val="6A57B8"/>
          </a:solidFill>
          <a:ln w="12700">
            <a:solidFill>
              <a:srgbClr val="6A57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097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libSQL (Turso-ready)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68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74720" y="246888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2468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Shops, clinics, food banks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2240" y="246888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2468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4023360" cy="1051560"/>
          </a:xfrm>
          <a:prstGeom prst="roundRect">
            <a:avLst>
              <a:gd name="adj" fmla="val 10435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device id. No accounts. Medical plan and household data stay on the phone.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10435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limits, no links or phone numbers, rate limits, 3 flags auto-hide, token-protected admin.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pays, and why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 jobs: a commission on each booking (rate to be agreed with partners)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partners: delivery and rental fees from licensed suppliers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 Pro: outage alerts and the loss planner (about R29 a month, to test)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 and insurers: sponsored resilience content, outage savings and cover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Municipalities and utilities: verified suburb-level outage data and a dashboard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097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2860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2971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verify an outage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34747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41605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Built, tested, ready to pilot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2011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88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011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or phone numbers collected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88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week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2011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plan ready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 today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747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medical power plan, care booking, outage cost. Live Eskom status and real tariffs. Checked in a browser.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926080"/>
            <a:ext cx="4023360" cy="1554480"/>
          </a:xfrm>
          <a:prstGeom prst="roundRect">
            <a:avLst>
              <a:gd name="adj" fmla="val 7059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demo data, and said so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4747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labelled. Next: a one-week pilot in one suburb, then real suppliers and payments.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six months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1-2: prove it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suburb. Native-speaker review of all four languages. Get real supplier prices for equipment. First conversation with a bank about an outage savings pot.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3-4: make it real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4592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1FC"/>
          </a:solidFill>
          <a:ln w="12700">
            <a:solidFill>
              <a:srgbClr val="F4F1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34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A57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5-6: scale it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45920"/>
            <a:ext cx="22860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suburbs from the same code. A dashboard for municipalities and utilities. Pro plan for small businesses. A pilot with a bank or insurer.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24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and try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737360"/>
          </a:xfrm>
          <a:prstGeom prst="roundRect">
            <a:avLst>
              <a:gd name="adj" fmla="val 6316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NWU 2026 pitch competition.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student, Wits. [Her part in the project]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4023360" cy="1737360"/>
          </a:xfrm>
          <a:prstGeom prst="roundRect">
            <a:avLst>
              <a:gd name="adj" fmla="val 6316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64592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 in a week.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1463040"/>
          </a:xfrm>
          <a:prstGeom prst="roundRect">
            <a:avLst>
              <a:gd name="adj" fmla="val 75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154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4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in 2 minutes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5661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[DEPLOYED URL]  |  Demo video (90 s): [VIDEO LINK]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a verified outage and the map. Care: enter 300 W and 1000 Wh. Book a carer. Moderation: [URL]/admin, token [DEMO ADMIN TOKEN]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PptxGenJS</dc:creator>
  <cp:lastModifiedBy>PptxGenJS</cp:lastModifiedBy>
  <cp:revision>1</cp:revision>
  <dcterms:created xsi:type="dcterms:W3CDTF">2026-10-16T10:42:00Z</dcterms:created>
  <dcterms:modified xsi:type="dcterms:W3CDTF">2026-10-16T10:42:00Z</dcterms:modified>
</cp:coreProperties>
</file>